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2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Introduce team + project title. 15-20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pain. Reactive, manual, unquantified. Hand off to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pillars. Detect → Grade → Prioritise. Next slides expand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Emphasize automation. Don't get pulled into HOW the AI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stack briefly. If asked 'why FastAPI' → 'async + auto docs.' Don't over-explain.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image. Many potholes in ONE frame — each with cm measurements. Then the 91% accuracy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 Point to the alert banner. Do NOT get into HOW severity is decided.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one number = actionable. Cities can rank 500 roads at once. DO NOT reveal the exact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slide. Zero hardware cost is the punchline.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Invite questions. If asked something technical you don't want to answer publicly, deflect: 'Great question — happy to walk you through it after the session.'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7619695" y="41148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· GROUP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Internship  |  Academic Year 2025–26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-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PaveMind 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kern="0" spc="-5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Road Pothole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Severity Analysis Platform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4572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Khatri   ·   Ujjawal Gupta   ·   Arsh Rathi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989320"/>
            <a:ext cx="10515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126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DOMAIN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Machine Learning  ·  Computer Vision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 fail faster than they're inspected.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surveying today is reactive, slow, and unquantified — repair decisions rely on complaints and guesswork.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2288" y="2286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2328" y="2606040"/>
            <a:ext cx="54864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75208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328" y="3063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92328" y="3840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delay between pothole formation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any repair 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2768" y="2286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2808" y="2606040"/>
            <a:ext cx="54864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15688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32808" y="3063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632808" y="3840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road condition is surveyed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driving with clipboards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3248" y="2286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73288" y="2606040"/>
            <a:ext cx="54864" cy="320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8656168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73288" y="3063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473288" y="3840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automated tools give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repair priority 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5257800"/>
            <a:ext cx="9448495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5257800"/>
            <a:ext cx="90827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"Cities can't fix what they can't measure.</a:t>
            </a:r>
            <a:r>
              <a:rPr lang="en-US" sz="17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PaveMind AI turns any dashcam into a road-condition sensor."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From dashcam to decision.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watches road footage and produces an actionable, ranked report of pothole severity — automatically.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848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888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0888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0888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every pothole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0888" y="4297680"/>
            <a:ext cx="3017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888" y="4480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model scans image and video frame by frame, identifying potholes with tight bounding boxes.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7048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7088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87088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7088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how bad each is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87088" y="4297680"/>
            <a:ext cx="3017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7088" y="4480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classified into three tiers — Minor, Moderate, or Severe — using a combination of visual signals.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3248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3288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473288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73288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the roads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73288" y="4297680"/>
            <a:ext cx="3017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3288" y="4480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roll up into a single Road Health Score, shown on an interactive dashboard with GPS maps and analytics.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upload to a live dashboard — everything happens automatically.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23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23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23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23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6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7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01088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211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11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26211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11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954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25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job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29888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499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99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7" name="Text 25"/>
          <p:cNvSpPr/>
          <p:nvPr/>
        </p:nvSpPr>
        <p:spPr>
          <a:xfrm>
            <a:off x="44499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499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242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13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58688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787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87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4" name="Text 32"/>
          <p:cNvSpPr/>
          <p:nvPr/>
        </p:nvSpPr>
        <p:spPr>
          <a:xfrm>
            <a:off x="62787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87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530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01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87488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075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75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41" name="Text 39"/>
          <p:cNvSpPr/>
          <p:nvPr/>
        </p:nvSpPr>
        <p:spPr>
          <a:xfrm>
            <a:off x="81075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075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818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989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scan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results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16288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936328" y="265176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36328" y="2651760"/>
            <a:ext cx="1463040" cy="3657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48" name="Text 46"/>
          <p:cNvSpPr/>
          <p:nvPr/>
        </p:nvSpPr>
        <p:spPr>
          <a:xfrm>
            <a:off x="9936328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936328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210648" y="3794760"/>
            <a:ext cx="914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27768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53492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5840" y="5623560"/>
            <a:ext cx="73152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118872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 the background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88720" y="5852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video jobs don't block the interface — a progress bar updates live.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3492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29400" y="5623560"/>
            <a:ext cx="73152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 too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812280" y="5852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cloud database is unreachable, the system quietly falls back to local storage.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production-grade tools.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 — deep learning for vision, async Python for the API, React for the interface.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2288" y="21945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328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2328" y="2971800"/>
            <a:ext cx="2926080" cy="0"/>
          </a:xfrm>
          <a:prstGeom prst="line">
            <a:avLst/>
          </a:prstGeom>
          <a:noFill/>
          <a:ln w="63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048" y="340156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648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 (Ultralytics)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048" y="395020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648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8048" y="449884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648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048" y="504748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648" y="4892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8048" y="559612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64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12768" y="21945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2808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32808" y="2971800"/>
            <a:ext cx="2926080" cy="0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78528" y="3401568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907128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78528" y="3950208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07128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78528" y="4498848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907128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78528" y="5047488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907128" y="4892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imageio + FFmpeg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78528" y="5596128"/>
            <a:ext cx="109728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90712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53248" y="21945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3288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73288" y="2971800"/>
            <a:ext cx="292608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19008" y="340156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1" name="Text 39"/>
          <p:cNvSpPr/>
          <p:nvPr/>
        </p:nvSpPr>
        <p:spPr>
          <a:xfrm>
            <a:off x="8747608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19008" y="395020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41"/>
          <p:cNvSpPr/>
          <p:nvPr/>
        </p:nvSpPr>
        <p:spPr>
          <a:xfrm>
            <a:off x="8747608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519008" y="449884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Text 43"/>
          <p:cNvSpPr/>
          <p:nvPr/>
        </p:nvSpPr>
        <p:spPr>
          <a:xfrm>
            <a:off x="8747608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519008" y="504748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7" name="Text 45"/>
          <p:cNvSpPr/>
          <p:nvPr/>
        </p:nvSpPr>
        <p:spPr>
          <a:xfrm>
            <a:off x="8747608" y="4892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519008" y="559612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9" name="Text 47"/>
          <p:cNvSpPr/>
          <p:nvPr/>
        </p:nvSpPr>
        <p:spPr>
          <a:xfrm>
            <a:off x="874760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 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frame. Every pothole found.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Indian road scene — potholes detected, measured, and classified simultaneously.</a:t>
            </a:r>
            <a:endParaRPr lang="en-US" sz="1300" dirty="0"/>
          </a:p>
        </p:txBody>
      </p:sp>
      <p:pic>
        <p:nvPicPr>
          <p:cNvPr id="11" name="Image 0" descr="D:\Projects\IBM Internship\backend\static\outputs\severity_img_1783839683_input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03120"/>
            <a:ext cx="7589520" cy="4206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3550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detection · widths estimated in centimetres · live driver alert banner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0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0" y="2240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ACCURACY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03920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-200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91.23</a:t>
            </a: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8503920" y="35661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detection accuracy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42519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4389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 IN  THIS  FRAME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503920" y="4864608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873252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561320" y="4754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503920" y="5367528"/>
            <a:ext cx="137160" cy="1371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3" name="Text 20"/>
          <p:cNvSpPr/>
          <p:nvPr/>
        </p:nvSpPr>
        <p:spPr>
          <a:xfrm>
            <a:off x="8732520" y="5257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6132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8503920" y="5870448"/>
            <a:ext cx="13716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5760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61320" y="5760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SEVERITY CLASSIFICATION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pothole gets graded.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three responses — from monitor-only to immediate hazard alert.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848" y="21488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6728" y="2560320"/>
            <a:ext cx="1005840" cy="10058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8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112368" y="4343400"/>
            <a:ext cx="2194560" cy="0"/>
          </a:xfrm>
          <a:prstGeom prst="line">
            <a:avLst/>
          </a:prstGeom>
          <a:noFill/>
          <a:ln w="63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888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 wear.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over time.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0888" y="55321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888" y="5532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"Road Condition Good"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7048" y="21488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2928" y="2560320"/>
            <a:ext cx="1005840" cy="10058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0" name="Text 18"/>
          <p:cNvSpPr/>
          <p:nvPr/>
        </p:nvSpPr>
        <p:spPr>
          <a:xfrm>
            <a:off x="4541368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998568" y="4343400"/>
            <a:ext cx="2194560" cy="0"/>
          </a:xfrm>
          <a:prstGeom prst="line">
            <a:avLst/>
          </a:prstGeom>
          <a:noFill/>
          <a:ln w="635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7088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Noticeable defect.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maintenance.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87088" y="55321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AB308">
              <a:alpha val="18000"/>
            </a:srgbClr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7088" y="5532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"Drive Carefully"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3248" y="21488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79128" y="256032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427568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884768" y="4343400"/>
            <a:ext cx="219456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3288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hazard.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repair priority.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73288" y="55321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3288" y="5532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"DANGER — Large Pothole Ahead"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 HEALTH 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ranks any road.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produces a Road Health Score between 0 and 100 — the metric maintenance teams can act 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760720" cy="4251960"/>
          </a:xfrm>
          <a:prstGeom prst="roundRect">
            <a:avLst>
              <a:gd name="adj" fmla="val 172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HEADLINE  METRIC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detections to decisions.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3383280"/>
            <a:ext cx="5120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 every detection in a scan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reflects the total damage across the entire stretch of road.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66344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26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defects weigh more than minor ones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8920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 pothole shifts the score more than several shallow patches — matching real repair priority.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62356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486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 any two roads instantly comparable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521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lets a city rank hundreds of roads on one dashboard.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1488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SCORES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2743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Road Health Score looks like.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3200400"/>
            <a:ext cx="4709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Well-maintained road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69880" y="3383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12471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069080"/>
            <a:ext cx="4709160" cy="1645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4069080"/>
            <a:ext cx="4426610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Wear-and-tear road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69880" y="4343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112471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5029200"/>
            <a:ext cx="4709160" cy="1645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9" name="Shape 37"/>
          <p:cNvSpPr/>
          <p:nvPr/>
        </p:nvSpPr>
        <p:spPr>
          <a:xfrm>
            <a:off x="6720840" y="5029200"/>
            <a:ext cx="2919679" cy="16459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repair needed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5623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69880" y="5303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124712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20840" y="5989320"/>
            <a:ext cx="4709160" cy="1645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45" name="Shape 43"/>
          <p:cNvSpPr/>
          <p:nvPr/>
        </p:nvSpPr>
        <p:spPr>
          <a:xfrm>
            <a:off x="6720840" y="5989320"/>
            <a:ext cx="847649" cy="164592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this — and how.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path municipalities can adopt today, without buying any new hardware.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23160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corporations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survey of every road their vehicles already drive.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83280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transit fleets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Dashcams on buses become passive road-condition sensors.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43400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contractors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priority list replaces guesswork and complaints.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07492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303520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drivers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alerts for severe hazards ahead in real time.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219456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IT  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8803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hardware.</a:t>
            </a:r>
            <a:endParaRPr lang="en-US" sz="2800" dirty="0"/>
          </a:p>
          <a:p>
            <a:pPr marL="0" indent="0">
              <a:buNone/>
            </a:pPr>
            <a:r>
              <a:rPr lang="en-US" sz="2800" b="1" kern="0" spc="-1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dashcam works.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766560" y="4251960"/>
            <a:ext cx="4709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459943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44805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vehicle covers many kilometres per day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12280" y="510235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4983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priority list — not citizen complaints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560527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54864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data per road over time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12280" y="610819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5989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exports: CSV, JSON, processed video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27432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5394960"/>
            <a:ext cx="10515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Khatri  ·  Ujjawal Gupta  ·  Arsh Rathi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 ·  AIML  ·  UPES Dehradun  ·  IBM SkillsBuild Internship  2025–26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1147</Words>
  <Application>Microsoft Office PowerPoint</Application>
  <PresentationFormat>Widescreen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UPES Dehradun · IBM SkillsBuild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PaveMind AI — Group 74 Presentation</dc:title>
  <dc:subject>PptxGenJS Presentation</dc:subject>
  <dc:creator>Aditya Khatri, Ujjawal Gupta, Arsh Rathi</dc:creator>
  <cp:lastModifiedBy>Aditya Khatri</cp:lastModifiedBy>
  <cp:revision>2</cp:revision>
  <dcterms:created xsi:type="dcterms:W3CDTF">2026-08-07T03:35:33Z</dcterms:created>
  <dcterms:modified xsi:type="dcterms:W3CDTF">2026-08-07T04:10:24Z</dcterms:modified>
</cp:coreProperties>
</file>